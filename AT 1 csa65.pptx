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9CA213-782C-4513-A3A2-B3942B924D7C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611041-9309-4125-A6E5-CB05889B6F98}" type="pres">
      <dgm:prSet presAssocID="{9F9CA213-782C-4513-A3A2-B3942B924D7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</dgm:ptLst>
  <dgm:cxnLst>
    <dgm:cxn modelId="{AEDABB8E-996D-4E5B-A78B-E27A1BC0AD29}" type="presOf" srcId="{9F9CA213-782C-4513-A3A2-B3942B924D7C}" destId="{D8611041-9309-4125-A6E5-CB05889B6F98}" srcOrd="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FD9AA2-FBD3-40D9-A574-2C688E39D6E9}" type="doc">
      <dgm:prSet loTypeId="urn:microsoft.com/office/officeart/2005/8/layout/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386BD7-4AE2-470F-8379-9B959E66E210}">
      <dgm:prSet phldrT="[Text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</a:t>
          </a:r>
        </a:p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</a:t>
          </a:r>
          <a:endParaRPr lang="en-IN" sz="1800" dirty="0"/>
        </a:p>
      </dgm:t>
    </dgm:pt>
    <dgm:pt modelId="{D8318A88-B963-4C21-8E17-082AB7F68615}" type="parTrans" cxnId="{413346B7-DEA6-4974-B432-6999DB260640}">
      <dgm:prSet/>
      <dgm:spPr/>
      <dgm:t>
        <a:bodyPr/>
        <a:lstStyle/>
        <a:p>
          <a:endParaRPr lang="en-IN"/>
        </a:p>
      </dgm:t>
    </dgm:pt>
    <dgm:pt modelId="{6A1307AD-F1D2-4ECA-86A7-21D8D109B9CB}" type="sibTrans" cxnId="{413346B7-DEA6-4974-B432-6999DB260640}">
      <dgm:prSet/>
      <dgm:spPr/>
      <dgm:t>
        <a:bodyPr/>
        <a:lstStyle/>
        <a:p>
          <a:endParaRPr lang="en-IN"/>
        </a:p>
      </dgm:t>
    </dgm:pt>
    <dgm:pt modelId="{39CB00CB-E304-46EB-B955-E519C540F388}">
      <dgm:prSet phldrT="[Text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DEEP LEARNING</a:t>
          </a:r>
          <a:endParaRPr lang="en-IN" sz="1800" dirty="0"/>
        </a:p>
      </dgm:t>
    </dgm:pt>
    <dgm:pt modelId="{82058AE3-32A9-443C-B7B0-421467D65091}" type="parTrans" cxnId="{C9048574-DE4A-4B6A-AE35-3917308B2145}">
      <dgm:prSet/>
      <dgm:spPr/>
      <dgm:t>
        <a:bodyPr/>
        <a:lstStyle/>
        <a:p>
          <a:endParaRPr lang="en-IN"/>
        </a:p>
      </dgm:t>
    </dgm:pt>
    <dgm:pt modelId="{1C41FCB7-C79A-4ECB-84A5-BD770105B468}" type="sibTrans" cxnId="{C9048574-DE4A-4B6A-AE35-3917308B2145}">
      <dgm:prSet/>
      <dgm:spPr/>
      <dgm:t>
        <a:bodyPr/>
        <a:lstStyle/>
        <a:p>
          <a:endParaRPr lang="en-IN"/>
        </a:p>
      </dgm:t>
    </dgm:pt>
    <dgm:pt modelId="{8E243BEF-D862-4E97-9654-CD04ECFA3EAC}">
      <dgm:prSet phldrT="[Text]"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GENERATIVE AI</a:t>
          </a:r>
          <a:endParaRPr lang="en-IN" sz="1800" dirty="0"/>
        </a:p>
      </dgm:t>
    </dgm:pt>
    <dgm:pt modelId="{D4453B26-4A7C-4B0E-BF5D-6BAD349F8489}" type="parTrans" cxnId="{A960EDB4-305C-448C-B283-5EB83645CB71}">
      <dgm:prSet/>
      <dgm:spPr/>
      <dgm:t>
        <a:bodyPr/>
        <a:lstStyle/>
        <a:p>
          <a:endParaRPr lang="en-IN"/>
        </a:p>
      </dgm:t>
    </dgm:pt>
    <dgm:pt modelId="{D71C97B3-95C2-4B00-B185-387D43206E94}" type="sibTrans" cxnId="{A960EDB4-305C-448C-B283-5EB83645CB71}">
      <dgm:prSet/>
      <dgm:spPr/>
      <dgm:t>
        <a:bodyPr/>
        <a:lstStyle/>
        <a:p>
          <a:endParaRPr lang="en-IN"/>
        </a:p>
      </dgm:t>
    </dgm:pt>
    <dgm:pt modelId="{6B787E58-72F2-40CC-8A81-C36276785AC4}">
      <dgm:prSet custT="1"/>
      <dgm:spPr/>
      <dgm:t>
        <a:bodyPr/>
        <a:lstStyle/>
        <a:p>
          <a:r>
            <a: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altLang="en-US" sz="14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earns </a:t>
          </a:r>
          <a:r>
            <a:rPr lang="en-US" altLang="en-US" sz="14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from student data to </a:t>
          </a:r>
          <a:r>
            <a:rPr lang="en-US" altLang="en-US" sz="14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persona</a:t>
          </a:r>
          <a:r>
            <a: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</a:t>
          </a:r>
          <a:r>
            <a:rPr lang="en-US" altLang="en-US" sz="14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ze </a:t>
          </a:r>
          <a:r>
            <a:rPr lang="en-US" altLang="en-US" sz="14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and improve </a:t>
          </a:r>
          <a:r>
            <a: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altLang="en-US" sz="14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earning experience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3B8AD9-79BD-473F-AD51-70EC42AAFEEF}" type="parTrans" cxnId="{61FBEC6C-DBDE-411F-BA3F-E8DEA3021A61}">
      <dgm:prSet/>
      <dgm:spPr/>
      <dgm:t>
        <a:bodyPr/>
        <a:lstStyle/>
        <a:p>
          <a:endParaRPr lang="en-IN"/>
        </a:p>
      </dgm:t>
    </dgm:pt>
    <dgm:pt modelId="{D8559F95-7042-4DF8-A1C2-E9C77BE2AC72}" type="sibTrans" cxnId="{61FBEC6C-DBDE-411F-BA3F-E8DEA3021A61}">
      <dgm:prSet/>
      <dgm:spPr/>
      <dgm:t>
        <a:bodyPr/>
        <a:lstStyle/>
        <a:p>
          <a:endParaRPr lang="en-IN"/>
        </a:p>
      </dgm:t>
    </dgm:pt>
    <dgm:pt modelId="{4FE273AF-2A27-41F8-B528-F06EA273B933}">
      <dgm:prSet custT="1"/>
      <dgm:spPr/>
      <dgm:t>
        <a:bodyPr/>
        <a:lstStyle/>
        <a:p>
          <a:r>
            <a:rPr lang="en-US" altLang="en-US" sz="14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Processes complex </a:t>
          </a:r>
          <a:r>
            <a:rPr lang="en-US" altLang="en-US" sz="14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like images</a:t>
          </a:r>
          <a:r>
            <a:rPr lang="en-US" altLang="en-US" sz="1400" dirty="0">
              <a:solidFill>
                <a:srgbClr val="565657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altLang="en-US" sz="14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text, handwriting, </a:t>
          </a:r>
          <a:r>
            <a:rPr lang="en-US" altLang="en-US" sz="14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speech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50FD50-AEA1-43DA-AF8B-BBED67A11FD3}" type="parTrans" cxnId="{A58F54ED-03B6-430E-B753-0F61AFC6126F}">
      <dgm:prSet/>
      <dgm:spPr/>
      <dgm:t>
        <a:bodyPr/>
        <a:lstStyle/>
        <a:p>
          <a:endParaRPr lang="en-IN"/>
        </a:p>
      </dgm:t>
    </dgm:pt>
    <dgm:pt modelId="{EEE8B010-82C1-4488-917C-BC76EF06B84F}" type="sibTrans" cxnId="{A58F54ED-03B6-430E-B753-0F61AFC6126F}">
      <dgm:prSet/>
      <dgm:spPr/>
      <dgm:t>
        <a:bodyPr/>
        <a:lstStyle/>
        <a:p>
          <a:endParaRPr lang="en-IN"/>
        </a:p>
      </dgm:t>
    </dgm:pt>
    <dgm:pt modelId="{2D97ABE9-FC02-4A87-B4F9-A1EFC99809DC}">
      <dgm:prSet custT="1"/>
      <dgm:spPr/>
      <dgm:t>
        <a:bodyPr/>
        <a:lstStyle/>
        <a:p>
          <a:r>
            <a:rPr lang="en-US" altLang="en-US" sz="14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Creates new content such </a:t>
          </a:r>
          <a:r>
            <a:rPr lang="en-US" altLang="en-US" sz="1400" dirty="0" err="1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asnotes</a:t>
          </a:r>
          <a:r>
            <a:rPr lang="en-US" altLang="en-US" sz="14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quizzes, summaries, and </a:t>
          </a:r>
          <a:r>
            <a:rPr lang="en-US" altLang="en-US" sz="14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explanations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7194C7-D928-42AA-BF38-4C1B6EC3ABBD}" type="parTrans" cxnId="{C5228628-7AB5-48E8-97F0-C31878BEDF10}">
      <dgm:prSet/>
      <dgm:spPr/>
      <dgm:t>
        <a:bodyPr/>
        <a:lstStyle/>
        <a:p>
          <a:endParaRPr lang="en-IN"/>
        </a:p>
      </dgm:t>
    </dgm:pt>
    <dgm:pt modelId="{1B2AC391-676C-433A-8BB8-BD3397219F63}" type="sibTrans" cxnId="{C5228628-7AB5-48E8-97F0-C31878BEDF10}">
      <dgm:prSet/>
      <dgm:spPr/>
      <dgm:t>
        <a:bodyPr/>
        <a:lstStyle/>
        <a:p>
          <a:endParaRPr lang="en-IN"/>
        </a:p>
      </dgm:t>
    </dgm:pt>
    <dgm:pt modelId="{47CFAAE3-E972-4646-B13D-9681E5C8D807}" type="pres">
      <dgm:prSet presAssocID="{96FD9AA2-FBD3-40D9-A574-2C688E39D6E9}" presName="linear" presStyleCnt="0">
        <dgm:presLayoutVars>
          <dgm:dir/>
          <dgm:animLvl val="lvl"/>
          <dgm:resizeHandles val="exact"/>
        </dgm:presLayoutVars>
      </dgm:prSet>
      <dgm:spPr/>
    </dgm:pt>
    <dgm:pt modelId="{573049DA-1496-40B3-9D8E-D563E17C0793}" type="pres">
      <dgm:prSet presAssocID="{F8386BD7-4AE2-470F-8379-9B959E66E210}" presName="parentLin" presStyleCnt="0"/>
      <dgm:spPr/>
    </dgm:pt>
    <dgm:pt modelId="{9386700C-3805-4A0E-BE9C-1C8CFCD38D32}" type="pres">
      <dgm:prSet presAssocID="{F8386BD7-4AE2-470F-8379-9B959E66E210}" presName="parentLeftMargin" presStyleLbl="node1" presStyleIdx="0" presStyleCnt="3"/>
      <dgm:spPr/>
    </dgm:pt>
    <dgm:pt modelId="{2A4A4311-24F2-4024-936E-7CFCD5AF8C88}" type="pres">
      <dgm:prSet presAssocID="{F8386BD7-4AE2-470F-8379-9B959E66E210}" presName="parentText" presStyleLbl="node1" presStyleIdx="0" presStyleCnt="3" custScaleY="47660">
        <dgm:presLayoutVars>
          <dgm:chMax val="0"/>
          <dgm:bulletEnabled val="1"/>
        </dgm:presLayoutVars>
      </dgm:prSet>
      <dgm:spPr/>
    </dgm:pt>
    <dgm:pt modelId="{A9BB0C45-09DC-4329-982D-6C87E003CB9F}" type="pres">
      <dgm:prSet presAssocID="{F8386BD7-4AE2-470F-8379-9B959E66E210}" presName="negativeSpace" presStyleCnt="0"/>
      <dgm:spPr/>
    </dgm:pt>
    <dgm:pt modelId="{806AD230-B84C-4AE8-8665-9D58F7844E3E}" type="pres">
      <dgm:prSet presAssocID="{F8386BD7-4AE2-470F-8379-9B959E66E210}" presName="childText" presStyleLbl="conFgAcc1" presStyleIdx="0" presStyleCnt="3">
        <dgm:presLayoutVars>
          <dgm:bulletEnabled val="1"/>
        </dgm:presLayoutVars>
      </dgm:prSet>
      <dgm:spPr/>
    </dgm:pt>
    <dgm:pt modelId="{1289A1DF-3E28-4C4E-B8A9-91997A3013B8}" type="pres">
      <dgm:prSet presAssocID="{6A1307AD-F1D2-4ECA-86A7-21D8D109B9CB}" presName="spaceBetweenRectangles" presStyleCnt="0"/>
      <dgm:spPr/>
    </dgm:pt>
    <dgm:pt modelId="{7E95873D-504D-4A3E-B63F-0728B9320DF1}" type="pres">
      <dgm:prSet presAssocID="{39CB00CB-E304-46EB-B955-E519C540F388}" presName="parentLin" presStyleCnt="0"/>
      <dgm:spPr/>
    </dgm:pt>
    <dgm:pt modelId="{06C513CB-7462-42DD-B89B-CC68D76EA1C5}" type="pres">
      <dgm:prSet presAssocID="{39CB00CB-E304-46EB-B955-E519C540F388}" presName="parentLeftMargin" presStyleLbl="node1" presStyleIdx="0" presStyleCnt="3"/>
      <dgm:spPr/>
    </dgm:pt>
    <dgm:pt modelId="{3C5ACC09-43CC-4019-9F9D-BE1CE9F1947F}" type="pres">
      <dgm:prSet presAssocID="{39CB00CB-E304-46EB-B955-E519C540F388}" presName="parentText" presStyleLbl="node1" presStyleIdx="1" presStyleCnt="3" custScaleY="68016">
        <dgm:presLayoutVars>
          <dgm:chMax val="0"/>
          <dgm:bulletEnabled val="1"/>
        </dgm:presLayoutVars>
      </dgm:prSet>
      <dgm:spPr/>
    </dgm:pt>
    <dgm:pt modelId="{7F114136-BCEF-4B26-BF17-FF67B1B2145A}" type="pres">
      <dgm:prSet presAssocID="{39CB00CB-E304-46EB-B955-E519C540F388}" presName="negativeSpace" presStyleCnt="0"/>
      <dgm:spPr/>
    </dgm:pt>
    <dgm:pt modelId="{00EC98EA-8D9F-4CBD-85EC-64833C02B0E9}" type="pres">
      <dgm:prSet presAssocID="{39CB00CB-E304-46EB-B955-E519C540F388}" presName="childText" presStyleLbl="conFgAcc1" presStyleIdx="1" presStyleCnt="3">
        <dgm:presLayoutVars>
          <dgm:bulletEnabled val="1"/>
        </dgm:presLayoutVars>
      </dgm:prSet>
      <dgm:spPr/>
    </dgm:pt>
    <dgm:pt modelId="{BC1EA6B0-20B5-4BAC-B2C4-4F4F2E6C14E2}" type="pres">
      <dgm:prSet presAssocID="{1C41FCB7-C79A-4ECB-84A5-BD770105B468}" presName="spaceBetweenRectangles" presStyleCnt="0"/>
      <dgm:spPr/>
    </dgm:pt>
    <dgm:pt modelId="{43273054-9E5E-46BD-892C-C1BB0E95ADB9}" type="pres">
      <dgm:prSet presAssocID="{8E243BEF-D862-4E97-9654-CD04ECFA3EAC}" presName="parentLin" presStyleCnt="0"/>
      <dgm:spPr/>
    </dgm:pt>
    <dgm:pt modelId="{4AF2BC7B-58AA-496F-BAB7-2D4F307883DC}" type="pres">
      <dgm:prSet presAssocID="{8E243BEF-D862-4E97-9654-CD04ECFA3EAC}" presName="parentLeftMargin" presStyleLbl="node1" presStyleIdx="1" presStyleCnt="3"/>
      <dgm:spPr/>
    </dgm:pt>
    <dgm:pt modelId="{84D7FB82-8AD5-491D-85D9-BE094CF379CA}" type="pres">
      <dgm:prSet presAssocID="{8E243BEF-D862-4E97-9654-CD04ECFA3EAC}" presName="parentText" presStyleLbl="node1" presStyleIdx="2" presStyleCnt="3" custScaleY="65376">
        <dgm:presLayoutVars>
          <dgm:chMax val="0"/>
          <dgm:bulletEnabled val="1"/>
        </dgm:presLayoutVars>
      </dgm:prSet>
      <dgm:spPr/>
    </dgm:pt>
    <dgm:pt modelId="{659837B3-6B5E-46B0-AF79-7319A578C1D9}" type="pres">
      <dgm:prSet presAssocID="{8E243BEF-D862-4E97-9654-CD04ECFA3EAC}" presName="negativeSpace" presStyleCnt="0"/>
      <dgm:spPr/>
    </dgm:pt>
    <dgm:pt modelId="{4EF290C3-BC80-484A-953E-CF393FDDDA67}" type="pres">
      <dgm:prSet presAssocID="{8E243BEF-D862-4E97-9654-CD04ECFA3EA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BC2841A-AD85-4C34-AFF0-304EBCEABC03}" type="presOf" srcId="{2D97ABE9-FC02-4A87-B4F9-A1EFC99809DC}" destId="{4EF290C3-BC80-484A-953E-CF393FDDDA67}" srcOrd="0" destOrd="0" presId="urn:microsoft.com/office/officeart/2005/8/layout/list1"/>
    <dgm:cxn modelId="{C5228628-7AB5-48E8-97F0-C31878BEDF10}" srcId="{8E243BEF-D862-4E97-9654-CD04ECFA3EAC}" destId="{2D97ABE9-FC02-4A87-B4F9-A1EFC99809DC}" srcOrd="0" destOrd="0" parTransId="{527194C7-D928-42AA-BF38-4C1B6EC3ABBD}" sibTransId="{1B2AC391-676C-433A-8BB8-BD3397219F63}"/>
    <dgm:cxn modelId="{F5D0B03E-93ED-4A37-A874-9B27C8001C8E}" type="presOf" srcId="{4FE273AF-2A27-41F8-B528-F06EA273B933}" destId="{00EC98EA-8D9F-4CBD-85EC-64833C02B0E9}" srcOrd="0" destOrd="0" presId="urn:microsoft.com/office/officeart/2005/8/layout/list1"/>
    <dgm:cxn modelId="{7A9F095B-F60A-400A-8610-CF0344072316}" type="presOf" srcId="{39CB00CB-E304-46EB-B955-E519C540F388}" destId="{06C513CB-7462-42DD-B89B-CC68D76EA1C5}" srcOrd="0" destOrd="0" presId="urn:microsoft.com/office/officeart/2005/8/layout/list1"/>
    <dgm:cxn modelId="{0BA87C66-6795-4242-9077-A2ABB1974A4B}" type="presOf" srcId="{F8386BD7-4AE2-470F-8379-9B959E66E210}" destId="{2A4A4311-24F2-4024-936E-7CFCD5AF8C88}" srcOrd="1" destOrd="0" presId="urn:microsoft.com/office/officeart/2005/8/layout/list1"/>
    <dgm:cxn modelId="{0A94F546-B3A4-4527-B575-E4D78ABC6F7B}" type="presOf" srcId="{96FD9AA2-FBD3-40D9-A574-2C688E39D6E9}" destId="{47CFAAE3-E972-4646-B13D-9681E5C8D807}" srcOrd="0" destOrd="0" presId="urn:microsoft.com/office/officeart/2005/8/layout/list1"/>
    <dgm:cxn modelId="{61FBEC6C-DBDE-411F-BA3F-E8DEA3021A61}" srcId="{F8386BD7-4AE2-470F-8379-9B959E66E210}" destId="{6B787E58-72F2-40CC-8A81-C36276785AC4}" srcOrd="0" destOrd="0" parTransId="{763B8AD9-79BD-473F-AD51-70EC42AAFEEF}" sibTransId="{D8559F95-7042-4DF8-A1C2-E9C77BE2AC72}"/>
    <dgm:cxn modelId="{C9048574-DE4A-4B6A-AE35-3917308B2145}" srcId="{96FD9AA2-FBD3-40D9-A574-2C688E39D6E9}" destId="{39CB00CB-E304-46EB-B955-E519C540F388}" srcOrd="1" destOrd="0" parTransId="{82058AE3-32A9-443C-B7B0-421467D65091}" sibTransId="{1C41FCB7-C79A-4ECB-84A5-BD770105B468}"/>
    <dgm:cxn modelId="{95B3B378-A818-4B0E-84D2-EDF0BBDAF818}" type="presOf" srcId="{6B787E58-72F2-40CC-8A81-C36276785AC4}" destId="{806AD230-B84C-4AE8-8665-9D58F7844E3E}" srcOrd="0" destOrd="0" presId="urn:microsoft.com/office/officeart/2005/8/layout/list1"/>
    <dgm:cxn modelId="{52EBC59C-845E-48A6-9320-74889A8F7F32}" type="presOf" srcId="{39CB00CB-E304-46EB-B955-E519C540F388}" destId="{3C5ACC09-43CC-4019-9F9D-BE1CE9F1947F}" srcOrd="1" destOrd="0" presId="urn:microsoft.com/office/officeart/2005/8/layout/list1"/>
    <dgm:cxn modelId="{3DA1909F-4368-4F03-8DA9-41E2E5A0701E}" type="presOf" srcId="{F8386BD7-4AE2-470F-8379-9B959E66E210}" destId="{9386700C-3805-4A0E-BE9C-1C8CFCD38D32}" srcOrd="0" destOrd="0" presId="urn:microsoft.com/office/officeart/2005/8/layout/list1"/>
    <dgm:cxn modelId="{A960EDB4-305C-448C-B283-5EB83645CB71}" srcId="{96FD9AA2-FBD3-40D9-A574-2C688E39D6E9}" destId="{8E243BEF-D862-4E97-9654-CD04ECFA3EAC}" srcOrd="2" destOrd="0" parTransId="{D4453B26-4A7C-4B0E-BF5D-6BAD349F8489}" sibTransId="{D71C97B3-95C2-4B00-B185-387D43206E94}"/>
    <dgm:cxn modelId="{413346B7-DEA6-4974-B432-6999DB260640}" srcId="{96FD9AA2-FBD3-40D9-A574-2C688E39D6E9}" destId="{F8386BD7-4AE2-470F-8379-9B959E66E210}" srcOrd="0" destOrd="0" parTransId="{D8318A88-B963-4C21-8E17-082AB7F68615}" sibTransId="{6A1307AD-F1D2-4ECA-86A7-21D8D109B9CB}"/>
    <dgm:cxn modelId="{A58F54ED-03B6-430E-B753-0F61AFC6126F}" srcId="{39CB00CB-E304-46EB-B955-E519C540F388}" destId="{4FE273AF-2A27-41F8-B528-F06EA273B933}" srcOrd="0" destOrd="0" parTransId="{CD50FD50-AEA1-43DA-AF8B-BBED67A11FD3}" sibTransId="{EEE8B010-82C1-4488-917C-BC76EF06B84F}"/>
    <dgm:cxn modelId="{B37E4AEE-B231-48D9-B26C-8C84EEA75C8F}" type="presOf" srcId="{8E243BEF-D862-4E97-9654-CD04ECFA3EAC}" destId="{84D7FB82-8AD5-491D-85D9-BE094CF379CA}" srcOrd="1" destOrd="0" presId="urn:microsoft.com/office/officeart/2005/8/layout/list1"/>
    <dgm:cxn modelId="{649761F6-06B7-4E22-B36C-6BA3D2099116}" type="presOf" srcId="{8E243BEF-D862-4E97-9654-CD04ECFA3EAC}" destId="{4AF2BC7B-58AA-496F-BAB7-2D4F307883DC}" srcOrd="0" destOrd="0" presId="urn:microsoft.com/office/officeart/2005/8/layout/list1"/>
    <dgm:cxn modelId="{4C048A85-31FC-4B3F-9E7D-BA350FBAD6FB}" type="presParOf" srcId="{47CFAAE3-E972-4646-B13D-9681E5C8D807}" destId="{573049DA-1496-40B3-9D8E-D563E17C0793}" srcOrd="0" destOrd="0" presId="urn:microsoft.com/office/officeart/2005/8/layout/list1"/>
    <dgm:cxn modelId="{09225449-F5A0-4339-A0D3-8F6ABA83E0CA}" type="presParOf" srcId="{573049DA-1496-40B3-9D8E-D563E17C0793}" destId="{9386700C-3805-4A0E-BE9C-1C8CFCD38D32}" srcOrd="0" destOrd="0" presId="urn:microsoft.com/office/officeart/2005/8/layout/list1"/>
    <dgm:cxn modelId="{B2EF8549-28FF-4C4E-BC6E-F103F7990256}" type="presParOf" srcId="{573049DA-1496-40B3-9D8E-D563E17C0793}" destId="{2A4A4311-24F2-4024-936E-7CFCD5AF8C88}" srcOrd="1" destOrd="0" presId="urn:microsoft.com/office/officeart/2005/8/layout/list1"/>
    <dgm:cxn modelId="{D4830A72-750E-4858-9FE1-DD68CB359001}" type="presParOf" srcId="{47CFAAE3-E972-4646-B13D-9681E5C8D807}" destId="{A9BB0C45-09DC-4329-982D-6C87E003CB9F}" srcOrd="1" destOrd="0" presId="urn:microsoft.com/office/officeart/2005/8/layout/list1"/>
    <dgm:cxn modelId="{51FEC8BC-72C9-423A-A783-0CBBD8DB4F15}" type="presParOf" srcId="{47CFAAE3-E972-4646-B13D-9681E5C8D807}" destId="{806AD230-B84C-4AE8-8665-9D58F7844E3E}" srcOrd="2" destOrd="0" presId="urn:microsoft.com/office/officeart/2005/8/layout/list1"/>
    <dgm:cxn modelId="{81E6D848-98A3-4531-8AC9-4D7142C3E87E}" type="presParOf" srcId="{47CFAAE3-E972-4646-B13D-9681E5C8D807}" destId="{1289A1DF-3E28-4C4E-B8A9-91997A3013B8}" srcOrd="3" destOrd="0" presId="urn:microsoft.com/office/officeart/2005/8/layout/list1"/>
    <dgm:cxn modelId="{D12A0951-FD82-4951-8E6B-B48044E0EF61}" type="presParOf" srcId="{47CFAAE3-E972-4646-B13D-9681E5C8D807}" destId="{7E95873D-504D-4A3E-B63F-0728B9320DF1}" srcOrd="4" destOrd="0" presId="urn:microsoft.com/office/officeart/2005/8/layout/list1"/>
    <dgm:cxn modelId="{C94DFB43-3C39-41F8-984F-DDA4788511E7}" type="presParOf" srcId="{7E95873D-504D-4A3E-B63F-0728B9320DF1}" destId="{06C513CB-7462-42DD-B89B-CC68D76EA1C5}" srcOrd="0" destOrd="0" presId="urn:microsoft.com/office/officeart/2005/8/layout/list1"/>
    <dgm:cxn modelId="{05A3A0CD-D615-4A9C-AC0D-FF50FAF29EE6}" type="presParOf" srcId="{7E95873D-504D-4A3E-B63F-0728B9320DF1}" destId="{3C5ACC09-43CC-4019-9F9D-BE1CE9F1947F}" srcOrd="1" destOrd="0" presId="urn:microsoft.com/office/officeart/2005/8/layout/list1"/>
    <dgm:cxn modelId="{A3BA1D78-0730-44B1-9701-5BD69E26E91F}" type="presParOf" srcId="{47CFAAE3-E972-4646-B13D-9681E5C8D807}" destId="{7F114136-BCEF-4B26-BF17-FF67B1B2145A}" srcOrd="5" destOrd="0" presId="urn:microsoft.com/office/officeart/2005/8/layout/list1"/>
    <dgm:cxn modelId="{1D5133F3-4037-4466-97AC-DE824BD9F449}" type="presParOf" srcId="{47CFAAE3-E972-4646-B13D-9681E5C8D807}" destId="{00EC98EA-8D9F-4CBD-85EC-64833C02B0E9}" srcOrd="6" destOrd="0" presId="urn:microsoft.com/office/officeart/2005/8/layout/list1"/>
    <dgm:cxn modelId="{840156AF-937C-4BE8-BFE7-C4A51010A675}" type="presParOf" srcId="{47CFAAE3-E972-4646-B13D-9681E5C8D807}" destId="{BC1EA6B0-20B5-4BAC-B2C4-4F4F2E6C14E2}" srcOrd="7" destOrd="0" presId="urn:microsoft.com/office/officeart/2005/8/layout/list1"/>
    <dgm:cxn modelId="{0153E8DA-7C08-434D-81A3-0C2FE61DEDEE}" type="presParOf" srcId="{47CFAAE3-E972-4646-B13D-9681E5C8D807}" destId="{43273054-9E5E-46BD-892C-C1BB0E95ADB9}" srcOrd="8" destOrd="0" presId="urn:microsoft.com/office/officeart/2005/8/layout/list1"/>
    <dgm:cxn modelId="{1D4DA607-B744-4C6A-8AB2-1CA190C1EBC3}" type="presParOf" srcId="{43273054-9E5E-46BD-892C-C1BB0E95ADB9}" destId="{4AF2BC7B-58AA-496F-BAB7-2D4F307883DC}" srcOrd="0" destOrd="0" presId="urn:microsoft.com/office/officeart/2005/8/layout/list1"/>
    <dgm:cxn modelId="{4EE9A80A-73E5-4553-907B-23BE88322E02}" type="presParOf" srcId="{43273054-9E5E-46BD-892C-C1BB0E95ADB9}" destId="{84D7FB82-8AD5-491D-85D9-BE094CF379CA}" srcOrd="1" destOrd="0" presId="urn:microsoft.com/office/officeart/2005/8/layout/list1"/>
    <dgm:cxn modelId="{EBAA2632-1BAF-4B3F-8651-A9B2E6717B93}" type="presParOf" srcId="{47CFAAE3-E972-4646-B13D-9681E5C8D807}" destId="{659837B3-6B5E-46B0-AF79-7319A578C1D9}" srcOrd="9" destOrd="0" presId="urn:microsoft.com/office/officeart/2005/8/layout/list1"/>
    <dgm:cxn modelId="{D2837467-A5B2-40F9-89AB-8990A92B98D0}" type="presParOf" srcId="{47CFAAE3-E972-4646-B13D-9681E5C8D807}" destId="{4EF290C3-BC80-484A-953E-CF393FDDDA6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AD230-B84C-4AE8-8665-9D58F7844E3E}">
      <dsp:nvSpPr>
        <dsp:cNvPr id="0" name=""/>
        <dsp:cNvSpPr/>
      </dsp:nvSpPr>
      <dsp:spPr>
        <a:xfrm>
          <a:off x="0" y="18080"/>
          <a:ext cx="5831840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16" tIns="937260" rIns="45261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400" kern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altLang="en-US" sz="1400" kern="12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earns </a:t>
          </a:r>
          <a:r>
            <a:rPr lang="en-US" altLang="en-US" sz="1400" kern="12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from student data to </a:t>
          </a:r>
          <a:r>
            <a:rPr lang="en-US" altLang="en-US" sz="1400" kern="12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persona</a:t>
          </a:r>
          <a:r>
            <a:rPr lang="en-US" altLang="en-US" sz="1400" kern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</a:t>
          </a:r>
          <a:r>
            <a:rPr lang="en-US" altLang="en-US" sz="1400" kern="12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ze </a:t>
          </a:r>
          <a:r>
            <a:rPr lang="en-US" altLang="en-US" sz="1400" kern="12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and improve </a:t>
          </a:r>
          <a:r>
            <a:rPr lang="en-US" altLang="en-US" sz="1400" kern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</a:t>
          </a:r>
          <a:r>
            <a:rPr lang="en-US" altLang="en-US" sz="1400" kern="12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earning experience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8080"/>
        <a:ext cx="5831840" cy="1417500"/>
      </dsp:txXfrm>
    </dsp:sp>
    <dsp:sp modelId="{2A4A4311-24F2-4024-936E-7CFCD5AF8C88}">
      <dsp:nvSpPr>
        <dsp:cNvPr id="0" name=""/>
        <dsp:cNvSpPr/>
      </dsp:nvSpPr>
      <dsp:spPr>
        <a:xfrm>
          <a:off x="291592" y="49165"/>
          <a:ext cx="4082288" cy="6331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4301" tIns="0" rIns="15430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</a:t>
          </a:r>
          <a:endParaRPr lang="en-IN" sz="1800" kern="1200" dirty="0"/>
        </a:p>
      </dsp:txBody>
      <dsp:txXfrm>
        <a:off x="322498" y="80071"/>
        <a:ext cx="4020476" cy="571303"/>
      </dsp:txXfrm>
    </dsp:sp>
    <dsp:sp modelId="{00EC98EA-8D9F-4CBD-85EC-64833C02B0E9}">
      <dsp:nvSpPr>
        <dsp:cNvPr id="0" name=""/>
        <dsp:cNvSpPr/>
      </dsp:nvSpPr>
      <dsp:spPr>
        <a:xfrm>
          <a:off x="0" y="1917905"/>
          <a:ext cx="5831840" cy="12403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16" tIns="937260" rIns="45261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400" kern="12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Processes complex </a:t>
          </a:r>
          <a:r>
            <a:rPr lang="en-US" altLang="en-US" sz="1400" kern="12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like images</a:t>
          </a:r>
          <a:r>
            <a:rPr lang="en-US" altLang="en-US" sz="1400" kern="1200" dirty="0">
              <a:solidFill>
                <a:srgbClr val="565657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altLang="en-US" sz="1400" kern="12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text, handwriting, </a:t>
          </a:r>
          <a:r>
            <a:rPr lang="en-US" altLang="en-US" sz="1400" kern="12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speech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917905"/>
        <a:ext cx="5831840" cy="1240312"/>
      </dsp:txXfrm>
    </dsp:sp>
    <dsp:sp modelId="{3C5ACC09-43CC-4019-9F9D-BE1CE9F1947F}">
      <dsp:nvSpPr>
        <dsp:cNvPr id="0" name=""/>
        <dsp:cNvSpPr/>
      </dsp:nvSpPr>
      <dsp:spPr>
        <a:xfrm>
          <a:off x="291592" y="1678580"/>
          <a:ext cx="4082288" cy="90352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4301" tIns="0" rIns="15430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DEEP LEARNING</a:t>
          </a:r>
          <a:endParaRPr lang="en-IN" sz="1800" kern="1200" dirty="0"/>
        </a:p>
      </dsp:txBody>
      <dsp:txXfrm>
        <a:off x="335698" y="1722686"/>
        <a:ext cx="3994076" cy="815312"/>
      </dsp:txXfrm>
    </dsp:sp>
    <dsp:sp modelId="{4EF290C3-BC80-484A-953E-CF393FDDDA67}">
      <dsp:nvSpPr>
        <dsp:cNvPr id="0" name=""/>
        <dsp:cNvSpPr/>
      </dsp:nvSpPr>
      <dsp:spPr>
        <a:xfrm>
          <a:off x="0" y="3605472"/>
          <a:ext cx="5831840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16" tIns="937260" rIns="45261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400" kern="12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Creates new content such </a:t>
          </a:r>
          <a:r>
            <a:rPr lang="en-US" altLang="en-US" sz="1400" kern="1200" dirty="0" err="1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asnotes</a:t>
          </a:r>
          <a:r>
            <a:rPr lang="en-US" altLang="en-US" sz="1400" kern="1200" dirty="0">
              <a:solidFill>
                <a:srgbClr val="343438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quizzes, summaries, and </a:t>
          </a:r>
          <a:r>
            <a:rPr lang="en-US" altLang="en-US" sz="1400" kern="1200" dirty="0">
              <a:solidFill>
                <a:srgbClr val="212124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explanations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605472"/>
        <a:ext cx="5831840" cy="1417500"/>
      </dsp:txXfrm>
    </dsp:sp>
    <dsp:sp modelId="{84D7FB82-8AD5-491D-85D9-BE094CF379CA}">
      <dsp:nvSpPr>
        <dsp:cNvPr id="0" name=""/>
        <dsp:cNvSpPr/>
      </dsp:nvSpPr>
      <dsp:spPr>
        <a:xfrm>
          <a:off x="291592" y="3401217"/>
          <a:ext cx="4082288" cy="86845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4301" tIns="0" rIns="15430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GENERATIVE AI</a:t>
          </a:r>
          <a:endParaRPr lang="en-IN" sz="1800" kern="1200" dirty="0"/>
        </a:p>
      </dsp:txBody>
      <dsp:txXfrm>
        <a:off x="333986" y="3443611"/>
        <a:ext cx="3997500" cy="783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80477-89A4-74DF-2B57-3D877ABF1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37E1E-C513-6DEC-1051-F91EF87D6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0EB45-4CC0-D8D0-55B6-159C6057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85297-FA1D-0A29-939C-0AF2DBCA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E630-6988-0C5F-70F2-DC15341E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37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2BD4-D993-8E8D-5FF4-772A9174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8E5CA-E1BD-D107-44DD-CDE2B131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A78EB-25A0-362C-7520-336A9BBC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B1D42-1CC2-ED12-0C5C-0DFFF52E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C5712-3AA2-6278-FB17-7593B685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35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DB1D-247F-96E6-8276-9214AD35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81974-8ABE-1053-772A-F8B23ED39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5D56-A471-5B5F-1B7C-E2A8A740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93065-D27C-AFAA-D3A3-B06DF99B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FD1AB-BE96-E701-F996-018CE072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47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A863-9A0E-895E-4073-32E3C78E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10B7-B984-278C-FCD0-F89DD73E4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A7D34-8505-7E78-DA74-AD504C5D7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8FEA3-CD0A-5BCA-F90A-3E41D436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91A42-2FDD-9BBA-97C6-9750C000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5996B-4B6A-0C69-D4C2-AF1A6A09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18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EC88-6BA8-6887-F9E3-AA8B9FF9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368C-1E5A-9D1A-6677-526BFCAA2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FD9D7-E4F0-2190-B5BD-AD182D6B3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A3CE2-4E94-6E9E-A98A-E1B12C451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C91B0-D301-FC53-54B7-FA51C80EA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45C88-02C5-C693-94BC-7F2B1395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1ED39-ACFA-EBF9-971F-49511811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B01C6E-16F2-D249-C71B-6363E160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9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FBB7-BB0F-E103-08C3-646A0B8C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80B20-67C5-6B08-18BF-07774722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4C1E0-B1E4-3561-6494-CF823352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A011-172A-4E8B-DA36-5F62E423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CDAFD-A7E6-4E08-0AD5-CE9987F9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E1905-D4E7-D058-E231-A1A917669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98546-AC02-DC51-0B19-9DE750C1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82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20C0-AF24-B645-DDC1-841600FE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E9EB6-79B6-AB18-FADD-20B9964B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487D5-8C82-BEAF-6909-25C0C887A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810B2-3F68-1180-A815-8D95377C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B94DE-BA09-F80D-2F05-3FEBBCBE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204DF-7B04-0BB8-0A34-79CBDC60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E03C-4B1E-4307-9C98-51636ECB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75A96-8D15-C9D2-665F-251521390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F8E45-5C41-AD8F-28EB-975C09272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4C273-41ED-D552-9BF4-8C81CE09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3CBF2-74BE-33C4-427C-C206EA97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66865-B671-2849-DE9C-6F828910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46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22FD-AA81-4E6D-DE74-A5C96CF3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0876A-09DF-FBD5-446D-795FAE513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DF999-9853-C362-632E-09DFD93F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E247-C27F-0965-2E6F-728474BA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7DC16-F098-8FDE-A013-16DF9AAF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98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629436-8BD8-E76A-EB21-A1172E7D6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F7601-8DBB-F089-36A5-E930C957E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B79C6-4661-1EA0-3026-90BC9EEE5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A8E4E-BA3E-A78A-7648-FAA70039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4DD51-C4BA-4651-C0C9-00E7A286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37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AF75A-2A99-0879-F362-4C76C03B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C2055-1E93-F0DB-3BDE-2A31D598D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5B94F-B086-35A9-1577-2E0ADA440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C4957-0C1A-4249-8CE0-44C8E5EB0C1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B7CA7-016F-5031-39AB-2C3FEC940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C07AA-3E5A-E1BA-2CF3-36861587A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4ED02-EC9E-4113-A9B6-AAC33D93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67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BE3D73-2FC8-663A-A03D-62EBF28F8C3E}"/>
              </a:ext>
            </a:extLst>
          </p:cNvPr>
          <p:cNvSpPr/>
          <p:nvPr/>
        </p:nvSpPr>
        <p:spPr>
          <a:xfrm>
            <a:off x="4350775" y="147483"/>
            <a:ext cx="2871019" cy="5702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Artificial Intelligence (AI)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B84070-DB66-C88A-C0C4-42E8A80CEB4A}"/>
              </a:ext>
            </a:extLst>
          </p:cNvPr>
          <p:cNvSpPr/>
          <p:nvPr/>
        </p:nvSpPr>
        <p:spPr>
          <a:xfrm>
            <a:off x="1452555" y="1016328"/>
            <a:ext cx="2054942" cy="170098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patient data to make predictions and identify patterns</a:t>
            </a:r>
          </a:p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061E4E-62A2-8FB4-B353-AE7F7CD443A7}"/>
              </a:ext>
            </a:extLst>
          </p:cNvPr>
          <p:cNvSpPr/>
          <p:nvPr/>
        </p:nvSpPr>
        <p:spPr>
          <a:xfrm>
            <a:off x="4493343" y="1016328"/>
            <a:ext cx="2153264" cy="170098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neural networks to analyze complex and unstructured data</a:t>
            </a:r>
          </a:p>
          <a:p>
            <a:pPr algn="ctr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759F23-ABC2-AC53-8001-17BF3EE55B8E}"/>
              </a:ext>
            </a:extLst>
          </p:cNvPr>
          <p:cNvSpPr/>
          <p:nvPr/>
        </p:nvSpPr>
        <p:spPr>
          <a:xfrm>
            <a:off x="7477432" y="1016328"/>
            <a:ext cx="2153264" cy="170098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2700">
              <a:spcBef>
                <a:spcPts val="105"/>
              </a:spcBef>
              <a:defRPr/>
            </a:pPr>
            <a:r>
              <a:rPr lang="en-US" sz="14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</a:p>
          <a:p>
            <a:pPr marL="12700">
              <a:spcBef>
                <a:spcPts val="105"/>
              </a:spcBef>
              <a:defRPr/>
            </a:pPr>
            <a:endParaRPr lang="en-US" sz="14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5"/>
              </a:spcBef>
              <a:defRPr/>
            </a:pP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content such as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r>
              <a:rPr lang="en-US" altLang="en-US" sz="1400" dirty="0">
                <a:solidFill>
                  <a:srgbClr val="565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altLang="en-US" sz="1400" dirty="0">
                <a:solidFill>
                  <a:srgbClr val="565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5"/>
              </a:spcBef>
              <a:defRPr/>
            </a:pPr>
            <a:endParaRPr lang="en-US" sz="14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05"/>
              </a:spcBef>
              <a:defRPr/>
            </a:pPr>
            <a:endParaRPr lang="en-IN" sz="14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1D04D6-F94D-9617-EADC-66B705E692AE}"/>
              </a:ext>
            </a:extLst>
          </p:cNvPr>
          <p:cNvSpPr/>
          <p:nvPr/>
        </p:nvSpPr>
        <p:spPr>
          <a:xfrm>
            <a:off x="2202427" y="4748981"/>
            <a:ext cx="2054942" cy="1484671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4DB382-8D38-0845-4F1F-D6242AC1C55B}"/>
              </a:ext>
            </a:extLst>
          </p:cNvPr>
          <p:cNvSpPr/>
          <p:nvPr/>
        </p:nvSpPr>
        <p:spPr>
          <a:xfrm>
            <a:off x="4513010" y="3025550"/>
            <a:ext cx="2153264" cy="148467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 medica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(X-ray,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 scan), ECG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ogy images,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en-US" sz="800" dirty="0">
                <a:solidFill>
                  <a:srgbClr val="565657"/>
                </a:solidFill>
                <a:cs typeface="Arial" panose="020B0604020202020204" pitchFamily="34" charset="0"/>
              </a:rPr>
              <a:t>.</a:t>
            </a:r>
            <a:endParaRPr lang="en-US" altLang="en-US" sz="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B78A65-AF67-E7FB-C505-38611F4BBC7C}"/>
              </a:ext>
            </a:extLst>
          </p:cNvPr>
          <p:cNvSpPr/>
          <p:nvPr/>
        </p:nvSpPr>
        <p:spPr>
          <a:xfrm>
            <a:off x="7624915" y="3025550"/>
            <a:ext cx="2005781" cy="148467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reports, summaries,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discharge papers</a:t>
            </a:r>
            <a:r>
              <a:rPr lang="en-US" altLang="en-US" sz="1400" dirty="0">
                <a:solidFill>
                  <a:srgbClr val="565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prescription drafts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D35FA1E-1FD9-572D-1039-D86F0F8CF131}"/>
              </a:ext>
            </a:extLst>
          </p:cNvPr>
          <p:cNvSpPr/>
          <p:nvPr/>
        </p:nvSpPr>
        <p:spPr>
          <a:xfrm>
            <a:off x="1452555" y="3025550"/>
            <a:ext cx="2054942" cy="148467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diseases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history</a:t>
            </a:r>
            <a:r>
              <a:rPr lang="en-US" altLang="en-US" sz="1400" dirty="0">
                <a:solidFill>
                  <a:srgbClr val="565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symptoms, lab reports, lifestyle data.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8E66793-95D6-6490-403C-B37F03DD93EE}"/>
              </a:ext>
            </a:extLst>
          </p:cNvPr>
          <p:cNvSpPr/>
          <p:nvPr/>
        </p:nvSpPr>
        <p:spPr>
          <a:xfrm>
            <a:off x="1676400" y="4947920"/>
            <a:ext cx="7954296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175"/>
              </a:spcBef>
            </a:pPr>
            <a:r>
              <a:rPr lang="en-US" altLang="en-US" dirty="0">
                <a:solidFill>
                  <a:srgbClr val="114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</a:t>
            </a:r>
            <a:r>
              <a:rPr lang="en-US" altLang="en-US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Understands </a:t>
            </a:r>
            <a:r>
              <a:rPr lang="en-US" altLang="en-US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generates human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altLang="en-US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text, enables </a:t>
            </a:r>
            <a:r>
              <a:rPr lang="en-US" altLang="en-US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interaction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93D986B-CD6B-3BFE-033E-5D1F2AF8FD9E}"/>
              </a:ext>
            </a:extLst>
          </p:cNvPr>
          <p:cNvSpPr/>
          <p:nvPr/>
        </p:nvSpPr>
        <p:spPr>
          <a:xfrm>
            <a:off x="1330960" y="5963920"/>
            <a:ext cx="18288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query answering</a:t>
            </a:r>
            <a:endParaRPr lang="en-IN" sz="16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CB29C0F-E5A5-291B-694D-840F6D30BB15}"/>
              </a:ext>
            </a:extLst>
          </p:cNvPr>
          <p:cNvSpPr/>
          <p:nvPr/>
        </p:nvSpPr>
        <p:spPr>
          <a:xfrm>
            <a:off x="4257369" y="5963920"/>
            <a:ext cx="2389238" cy="7074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5000"/>
              </a:lnSpc>
              <a:spcBef>
                <a:spcPts val="63"/>
              </a:spcBef>
            </a:pP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Explanation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F484F7-23A6-D22C-C80C-E84D73207BEB}"/>
              </a:ext>
            </a:extLst>
          </p:cNvPr>
          <p:cNvSpPr/>
          <p:nvPr/>
        </p:nvSpPr>
        <p:spPr>
          <a:xfrm>
            <a:off x="7762240" y="5963920"/>
            <a:ext cx="1788160" cy="7074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5000"/>
              </a:lnSpc>
              <a:spcBef>
                <a:spcPts val="63"/>
              </a:spcBef>
            </a:pP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Guidance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D161F8A-1104-5DC5-BF85-00CF578A4DAA}"/>
              </a:ext>
            </a:extLst>
          </p:cNvPr>
          <p:cNvCxnSpPr/>
          <p:nvPr/>
        </p:nvCxnSpPr>
        <p:spPr>
          <a:xfrm>
            <a:off x="8341360" y="5709920"/>
            <a:ext cx="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8616158-D59E-B3CB-DE05-DEDF9D459865}"/>
              </a:ext>
            </a:extLst>
          </p:cNvPr>
          <p:cNvCxnSpPr/>
          <p:nvPr/>
        </p:nvCxnSpPr>
        <p:spPr>
          <a:xfrm>
            <a:off x="5090160" y="5709920"/>
            <a:ext cx="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05483A-A60D-2DD0-7ED7-D0FC412DEAD4}"/>
              </a:ext>
            </a:extLst>
          </p:cNvPr>
          <p:cNvCxnSpPr/>
          <p:nvPr/>
        </p:nvCxnSpPr>
        <p:spPr>
          <a:xfrm>
            <a:off x="2202427" y="5709920"/>
            <a:ext cx="0" cy="335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ECA837-6F57-F841-35EB-BB00B6C7E36D}"/>
              </a:ext>
            </a:extLst>
          </p:cNvPr>
          <p:cNvCxnSpPr>
            <a:stCxn id="14" idx="2"/>
          </p:cNvCxnSpPr>
          <p:nvPr/>
        </p:nvCxnSpPr>
        <p:spPr>
          <a:xfrm>
            <a:off x="8554064" y="2717308"/>
            <a:ext cx="656" cy="381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5AD805F-57F9-5175-0879-38ADDC85AB2F}"/>
              </a:ext>
            </a:extLst>
          </p:cNvPr>
          <p:cNvCxnSpPr>
            <a:stCxn id="13" idx="2"/>
          </p:cNvCxnSpPr>
          <p:nvPr/>
        </p:nvCxnSpPr>
        <p:spPr>
          <a:xfrm>
            <a:off x="5569975" y="2717308"/>
            <a:ext cx="38345" cy="381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AFE427-A18E-B6BF-2CE6-CC050B6BECD7}"/>
              </a:ext>
            </a:extLst>
          </p:cNvPr>
          <p:cNvCxnSpPr>
            <a:stCxn id="12" idx="2"/>
          </p:cNvCxnSpPr>
          <p:nvPr/>
        </p:nvCxnSpPr>
        <p:spPr>
          <a:xfrm flipH="1">
            <a:off x="2458720" y="2717308"/>
            <a:ext cx="21306" cy="381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4A0B341-3BB4-FE03-A2B6-D21AFC19974A}"/>
              </a:ext>
            </a:extLst>
          </p:cNvPr>
          <p:cNvSpPr/>
          <p:nvPr/>
        </p:nvSpPr>
        <p:spPr>
          <a:xfrm>
            <a:off x="7221794" y="406400"/>
            <a:ext cx="1515806" cy="86196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6CD8775A-945C-DB8F-10A7-CF97AAAFBCF7}"/>
              </a:ext>
            </a:extLst>
          </p:cNvPr>
          <p:cNvSpPr/>
          <p:nvPr/>
        </p:nvSpPr>
        <p:spPr>
          <a:xfrm>
            <a:off x="8656320" y="406400"/>
            <a:ext cx="81280" cy="60992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4B47C80F-4193-4876-17B8-06E01A78A7F0}"/>
              </a:ext>
            </a:extLst>
          </p:cNvPr>
          <p:cNvSpPr/>
          <p:nvPr/>
        </p:nvSpPr>
        <p:spPr>
          <a:xfrm>
            <a:off x="5455920" y="717754"/>
            <a:ext cx="45719" cy="2540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Left 51">
            <a:extLst>
              <a:ext uri="{FF2B5EF4-FFF2-40B4-BE49-F238E27FC236}">
                <a16:creationId xmlns:a16="http://schemas.microsoft.com/office/drawing/2014/main" id="{0A77C4CE-4078-00AA-7719-48C4EA2163F7}"/>
              </a:ext>
            </a:extLst>
          </p:cNvPr>
          <p:cNvSpPr/>
          <p:nvPr/>
        </p:nvSpPr>
        <p:spPr>
          <a:xfrm>
            <a:off x="2295833" y="406400"/>
            <a:ext cx="2054942" cy="86196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2AAEAD14-B743-2A49-C042-CF12F5AE0068}"/>
              </a:ext>
            </a:extLst>
          </p:cNvPr>
          <p:cNvSpPr/>
          <p:nvPr/>
        </p:nvSpPr>
        <p:spPr>
          <a:xfrm>
            <a:off x="2295833" y="492596"/>
            <a:ext cx="71449" cy="52373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77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740A94-3E6D-81FB-A608-D5F6B5CF41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36377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AFA38D3-2727-BD68-945B-05BABD369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8308397"/>
              </p:ext>
            </p:extLst>
          </p:nvPr>
        </p:nvGraphicFramePr>
        <p:xfrm>
          <a:off x="508000" y="1097280"/>
          <a:ext cx="5831840" cy="5041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9BABAD-B924-01C3-904E-7A23EB356EF8}"/>
              </a:ext>
            </a:extLst>
          </p:cNvPr>
          <p:cNvSpPr/>
          <p:nvPr/>
        </p:nvSpPr>
        <p:spPr>
          <a:xfrm>
            <a:off x="833120" y="416560"/>
            <a:ext cx="3210560" cy="5384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Artificial Intelligence (AI)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AD4F8F-C41C-A00C-2F8F-A704B6758C72}"/>
              </a:ext>
            </a:extLst>
          </p:cNvPr>
          <p:cNvSpPr/>
          <p:nvPr/>
        </p:nvSpPr>
        <p:spPr>
          <a:xfrm>
            <a:off x="6939280" y="1097280"/>
            <a:ext cx="2255520" cy="13614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Bef>
                <a:spcPts val="288"/>
              </a:spcBef>
            </a:pP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course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earning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paths,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altLang="en-US" sz="1400" dirty="0">
                <a:solidFill>
                  <a:srgbClr val="565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ction, at-risk student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E1D3DF-0B93-278E-3609-D6F53D6D588A}"/>
              </a:ext>
            </a:extLst>
          </p:cNvPr>
          <p:cNvSpPr/>
          <p:nvPr/>
        </p:nvSpPr>
        <p:spPr>
          <a:xfrm>
            <a:off x="6939280" y="3027680"/>
            <a:ext cx="2255520" cy="13614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Bef>
                <a:spcPts val="288"/>
              </a:spcBef>
            </a:pP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grading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handwritten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r>
              <a:rPr lang="en-US" altLang="en-US" sz="1400" dirty="0">
                <a:solidFill>
                  <a:srgbClr val="565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essays,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mage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5ECD19-662E-952F-90D0-61841557EFB0}"/>
              </a:ext>
            </a:extLst>
          </p:cNvPr>
          <p:cNvSpPr/>
          <p:nvPr/>
        </p:nvSpPr>
        <p:spPr>
          <a:xfrm>
            <a:off x="6939280" y="4734560"/>
            <a:ext cx="2255520" cy="13614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6000"/>
              </a:lnSpc>
              <a:spcBef>
                <a:spcPts val="275"/>
              </a:spcBef>
            </a:pP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study </a:t>
            </a:r>
            <a:r>
              <a:rPr lang="en-US" altLang="en-US" sz="14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als, qu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zzes</a:t>
            </a:r>
            <a:r>
              <a:rPr lang="en-US" altLang="en-US" sz="1400" dirty="0">
                <a:solidFill>
                  <a:srgbClr val="5656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assignments, slides, and exp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anations automatica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altLang="en-US" sz="14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E0036CD-3083-FF1F-1DF5-EFF99C528507}"/>
              </a:ext>
            </a:extLst>
          </p:cNvPr>
          <p:cNvSpPr/>
          <p:nvPr/>
        </p:nvSpPr>
        <p:spPr>
          <a:xfrm>
            <a:off x="6339840" y="1666240"/>
            <a:ext cx="599440" cy="24384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277520B-7663-05FB-C4B4-D31CC5665FD4}"/>
              </a:ext>
            </a:extLst>
          </p:cNvPr>
          <p:cNvSpPr/>
          <p:nvPr/>
        </p:nvSpPr>
        <p:spPr>
          <a:xfrm>
            <a:off x="6339840" y="3505200"/>
            <a:ext cx="599440" cy="24384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88F2E9D-5F48-C9F8-F452-5369CC8FD9FB}"/>
              </a:ext>
            </a:extLst>
          </p:cNvPr>
          <p:cNvSpPr/>
          <p:nvPr/>
        </p:nvSpPr>
        <p:spPr>
          <a:xfrm>
            <a:off x="6339840" y="5293360"/>
            <a:ext cx="599440" cy="14224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4454B-8291-B145-F52E-B458BAFF0718}"/>
              </a:ext>
            </a:extLst>
          </p:cNvPr>
          <p:cNvSpPr/>
          <p:nvPr/>
        </p:nvSpPr>
        <p:spPr>
          <a:xfrm>
            <a:off x="9641840" y="1219200"/>
            <a:ext cx="833120" cy="4683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175"/>
              </a:spcBef>
            </a:pPr>
            <a:r>
              <a:rPr lang="en-US" altLang="en-US" sz="1200" dirty="0">
                <a:solidFill>
                  <a:srgbClr val="1141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</a:t>
            </a:r>
            <a:r>
              <a:rPr lang="en-US" altLang="en-US" sz="12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Understands and generates human</a:t>
            </a:r>
            <a:r>
              <a:rPr lang="en-US" alt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</a:t>
            </a:r>
            <a:r>
              <a:rPr lang="en-US" altLang="en-US" sz="12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ike text, </a:t>
            </a:r>
            <a:r>
              <a:rPr lang="en-US" altLang="en-US" sz="12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 natura</a:t>
            </a:r>
            <a:r>
              <a:rPr lang="en-US" alt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1200" dirty="0">
                <a:solidFill>
                  <a:srgbClr val="3434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altLang="en-US" sz="1200" dirty="0">
                <a:solidFill>
                  <a:srgbClr val="21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  <a:endParaRPr lang="en-US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2F7F1C-4EB1-AF8E-6071-F7B9EBBE00A3}"/>
              </a:ext>
            </a:extLst>
          </p:cNvPr>
          <p:cNvSpPr/>
          <p:nvPr/>
        </p:nvSpPr>
        <p:spPr>
          <a:xfrm>
            <a:off x="10749280" y="1219200"/>
            <a:ext cx="1442720" cy="13919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175"/>
              </a:spcBef>
            </a:pPr>
            <a:r>
              <a:rPr lang="en-IN" kern="0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lang="en-IN" kern="0" spc="305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kern="0" spc="-10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</a:t>
            </a:r>
            <a:endParaRPr lang="en-IN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75"/>
              </a:spcBef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4CEB3C-1DC0-E9B2-EA33-7C67E8E22149}"/>
              </a:ext>
            </a:extLst>
          </p:cNvPr>
          <p:cNvSpPr/>
          <p:nvPr/>
        </p:nvSpPr>
        <p:spPr>
          <a:xfrm>
            <a:off x="10749280" y="2946400"/>
            <a:ext cx="1168400" cy="14427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2065">
              <a:lnSpc>
                <a:spcPts val="1405"/>
              </a:lnSpc>
              <a:buClr>
                <a:srgbClr val="186EBA"/>
              </a:buClr>
              <a:buSzPts val="5100"/>
              <a:tabLst>
                <a:tab pos="306070" algn="l"/>
              </a:tabLst>
              <a:defRPr/>
            </a:pPr>
            <a:r>
              <a:rPr lang="en-IN" sz="1400" kern="0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sz="1400" kern="0" spc="140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kern="0" spc="-10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IN" sz="1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kern="0" spc="-10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Answering</a:t>
            </a:r>
          </a:p>
          <a:p>
            <a:pPr marL="12065">
              <a:lnSpc>
                <a:spcPts val="1405"/>
              </a:lnSpc>
              <a:buClr>
                <a:srgbClr val="186EBA"/>
              </a:buClr>
              <a:buSzPts val="5100"/>
              <a:tabLst>
                <a:tab pos="306070" algn="l"/>
              </a:tabLst>
              <a:defRPr/>
            </a:pPr>
            <a:endParaRPr lang="en-IN" sz="14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AFEF31-DA12-EBDB-D863-2168A089D0EC}"/>
              </a:ext>
            </a:extLst>
          </p:cNvPr>
          <p:cNvSpPr/>
          <p:nvPr/>
        </p:nvSpPr>
        <p:spPr>
          <a:xfrm>
            <a:off x="10759440" y="4724400"/>
            <a:ext cx="1341120" cy="11785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5000"/>
              </a:lnSpc>
              <a:spcBef>
                <a:spcPts val="63"/>
              </a:spcBef>
            </a:pPr>
            <a:r>
              <a:rPr lang="en-US" altLang="en-US" sz="1600" dirty="0">
                <a:solidFill>
                  <a:srgbClr val="1F54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Assistance</a:t>
            </a: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9388E9-8038-B898-8C6C-6ED3D6FCFD50}"/>
              </a:ext>
            </a:extLst>
          </p:cNvPr>
          <p:cNvCxnSpPr>
            <a:endCxn id="14" idx="1"/>
          </p:cNvCxnSpPr>
          <p:nvPr/>
        </p:nvCxnSpPr>
        <p:spPr>
          <a:xfrm>
            <a:off x="10474960" y="1910080"/>
            <a:ext cx="274320" cy="5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340E12-6272-2131-439F-E71968A9DEAD}"/>
              </a:ext>
            </a:extLst>
          </p:cNvPr>
          <p:cNvCxnSpPr>
            <a:stCxn id="13" idx="3"/>
          </p:cNvCxnSpPr>
          <p:nvPr/>
        </p:nvCxnSpPr>
        <p:spPr>
          <a:xfrm>
            <a:off x="10474960" y="3561080"/>
            <a:ext cx="355600" cy="15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2CA96E-4893-5CC8-2141-55ECF5E12D26}"/>
              </a:ext>
            </a:extLst>
          </p:cNvPr>
          <p:cNvCxnSpPr>
            <a:endCxn id="17" idx="1"/>
          </p:cNvCxnSpPr>
          <p:nvPr/>
        </p:nvCxnSpPr>
        <p:spPr>
          <a:xfrm>
            <a:off x="10474960" y="5293360"/>
            <a:ext cx="284480" cy="20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97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216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saiteja reddy</dc:creator>
  <cp:lastModifiedBy>saiteja reddy</cp:lastModifiedBy>
  <cp:revision>1</cp:revision>
  <dcterms:created xsi:type="dcterms:W3CDTF">2026-07-15T04:32:49Z</dcterms:created>
  <dcterms:modified xsi:type="dcterms:W3CDTF">2026-07-15T06:01:09Z</dcterms:modified>
</cp:coreProperties>
</file>